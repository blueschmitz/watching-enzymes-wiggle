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8FC5F-F544-35BF-6FC8-EA054AE2D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B88286-1CD0-2CA4-DCD7-1EEAFAA40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ED512F-00C5-8E3C-EF50-358CF9E0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4A6B19-66AD-5ED0-084F-E70AE493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DC9107-2600-B9DB-16F3-2992DB8D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96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A55BAD-EC5D-0EAC-83CF-4007C05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30BD10-ECF9-96CA-C381-7EC8FFA36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323E18-6B86-78FE-8C05-AC7DD9AC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E345E2-144F-75C8-0835-6631736E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E49102-DF54-EF3C-42CC-33C87BFC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03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0EE28-53E0-EB83-13B3-EEFC104C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71F689-D22E-286B-9117-721351F64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41F84E-3588-85EB-5700-9C1BD9C9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2AD8C8-C28C-8A5B-6D59-D7D3B53C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FA21B7-E23E-6913-82EF-4FB87815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34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A1DDA2-0BDD-1F92-0208-5D0A17F6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73CAE6-4E3B-D87E-443D-729C7C0F7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52F470-1527-2104-6763-3CAB46AB1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D11BA0-6421-F107-8B10-6A96D1B6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F85657-1B60-292C-89A6-3B5CFA8C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3907EF-8706-83E1-3879-BED4BF35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89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F0BC46-C163-4537-A8FE-CE2623D1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51F5A-626B-2AEA-5A24-5ED5A021C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CF2B02-936F-A1C7-C841-1E086EFA7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C25150-5C63-70F9-A430-F577979C2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B2F6A3C-A6DD-CF3A-C35E-19414DB8E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E826D05-CBA1-4A37-41E1-6A45E189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AF28E9-D550-B4D8-90C9-13A5C0E9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FC039F-C0FD-4431-A5E0-B27C165A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64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C838B-94CF-EFDC-8397-83082929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D7C458-739E-77AE-7268-B9F144D9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8F7DD5-E4AB-8836-984E-0AAA8650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A1AEA4-D4F2-7AB1-99B4-B0E26089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01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3CF48E2-CA4D-AF71-0FFE-C764CE30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6283BE-3500-3B2B-1C0C-A29DC5623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9D06B1-2FEF-9676-5313-16BD0EEF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55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92823-3661-6517-B65F-EC36B787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E2B1D2-8647-F3A8-79D3-2D82E9538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883127-E86C-9E2B-5BDB-0ECAC10EB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C6E09B-E9B8-F31F-1C1C-431AA1B3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B4E928-6AE2-CC0E-8246-CEF9E25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C275A6-E0DE-E235-BA64-5D28AC60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71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F8ABE-F487-E696-6230-C95DE148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B7CD82F-7C51-6373-BC17-8947E5625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D9B02-8B3D-96F1-1E5B-4D1E4A4A9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A14C2B-1C90-BB8E-D54F-EDA236A1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9D6DBA-33C4-5EB4-B9E5-2A3E538E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72148B-C5AA-08AD-18F0-5124523D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11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DA6F6-898A-2A4F-50E1-59C1498E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4EADA8-6857-18A6-AEFB-D93FA7122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4F89FE-9416-7107-2AA8-D30BD709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112C94-C1D3-6B68-D69B-0AA8FB92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23DF51-7A99-0033-4356-4AFF192C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37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1A54F9-3904-35F5-31B1-2BA7CD2F4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863AE69-F656-39BF-6B77-EFA9D7256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231C10-4D3B-273B-D16E-5656046BF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1FC56F-A74D-A9ED-D63F-3AF535FD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2C005E-DCDB-177E-CF2E-404E338D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46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57E3F5-C237-C934-5667-9291A25F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3061A0-1C77-47ED-BD00-120950EE7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81ABDB-A108-B87A-B788-B1E0EBFFF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757E5-263B-408F-8E5F-CB0581495CC0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837387-E2FD-07AA-EE30-7103EC605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1AF087-81E2-7156-DDB6-66D28951E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19412-30BF-400F-BC0B-E268B8B3646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70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4E52644-CF89-B3C5-18E4-38133DDB9079}"/>
              </a:ext>
            </a:extLst>
          </p:cNvPr>
          <p:cNvCxnSpPr>
            <a:cxnSpLocks/>
          </p:cNvCxnSpPr>
          <p:nvPr/>
        </p:nvCxnSpPr>
        <p:spPr>
          <a:xfrm>
            <a:off x="2256938" y="6430780"/>
            <a:ext cx="82211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05AD945-817F-DB50-2A9C-056787753FF0}"/>
              </a:ext>
            </a:extLst>
          </p:cNvPr>
          <p:cNvCxnSpPr>
            <a:cxnSpLocks/>
          </p:cNvCxnSpPr>
          <p:nvPr/>
        </p:nvCxnSpPr>
        <p:spPr>
          <a:xfrm flipV="1">
            <a:off x="7417570" y="6277855"/>
            <a:ext cx="0" cy="152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903413C-E3E0-3356-B22C-619EA8490FB0}"/>
              </a:ext>
            </a:extLst>
          </p:cNvPr>
          <p:cNvCxnSpPr>
            <a:cxnSpLocks/>
          </p:cNvCxnSpPr>
          <p:nvPr/>
        </p:nvCxnSpPr>
        <p:spPr>
          <a:xfrm flipV="1">
            <a:off x="2256938" y="6289225"/>
            <a:ext cx="0" cy="152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83021363-8342-B16F-7DEC-2D322BC4F71A}"/>
              </a:ext>
            </a:extLst>
          </p:cNvPr>
          <p:cNvSpPr txBox="1"/>
          <p:nvPr/>
        </p:nvSpPr>
        <p:spPr>
          <a:xfrm>
            <a:off x="3035553" y="6442150"/>
            <a:ext cx="2471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Experiment 1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6C37761-4475-B8C9-0DAA-2ED84FAFCE55}"/>
              </a:ext>
            </a:extLst>
          </p:cNvPr>
          <p:cNvSpPr txBox="1"/>
          <p:nvPr/>
        </p:nvSpPr>
        <p:spPr>
          <a:xfrm>
            <a:off x="7794925" y="6442150"/>
            <a:ext cx="2471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Experiment 2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7892C24-E9DA-731C-74AA-465B380450C4}"/>
              </a:ext>
            </a:extLst>
          </p:cNvPr>
          <p:cNvGrpSpPr/>
          <p:nvPr/>
        </p:nvGrpSpPr>
        <p:grpSpPr>
          <a:xfrm>
            <a:off x="1513110" y="151150"/>
            <a:ext cx="9165779" cy="6203168"/>
            <a:chOff x="1513110" y="347947"/>
            <a:chExt cx="9165779" cy="6203168"/>
          </a:xfrm>
        </p:grpSpPr>
        <p:pic>
          <p:nvPicPr>
            <p:cNvPr id="5" name="Grafik 4" descr="Ein Bild, das Text, Screenshot, Diagramm, Rechteck enthält.&#10;&#10;KI-generierte Inhalte können fehlerhaft sein.">
              <a:extLst>
                <a:ext uri="{FF2B5EF4-FFF2-40B4-BE49-F238E27FC236}">
                  <a16:creationId xmlns:a16="http://schemas.microsoft.com/office/drawing/2014/main" id="{EC40D40B-ACEF-876A-442A-1BC1F9FC5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3110" y="347947"/>
              <a:ext cx="9165779" cy="5728611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B70169BB-0263-64BC-495F-8A17997A77B2}"/>
                </a:ext>
              </a:extLst>
            </p:cNvPr>
            <p:cNvSpPr txBox="1"/>
            <p:nvPr/>
          </p:nvSpPr>
          <p:spPr>
            <a:xfrm>
              <a:off x="2195183" y="5707226"/>
              <a:ext cx="112434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B</a:t>
              </a:r>
            </a:p>
            <a:p>
              <a:pPr algn="ctr"/>
              <a:r>
                <a:rPr lang="en-GB" sz="1200" dirty="0"/>
                <a:t>fresh</a:t>
              </a:r>
            </a:p>
            <a:p>
              <a:pPr algn="ctr"/>
              <a:r>
                <a:rPr lang="en-GB" sz="1200" dirty="0"/>
                <a:t>new substrate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81ED0DEE-AE66-9819-79C3-A7C59EA0DB1E}"/>
                </a:ext>
              </a:extLst>
            </p:cNvPr>
            <p:cNvSpPr txBox="1"/>
            <p:nvPr/>
          </p:nvSpPr>
          <p:spPr>
            <a:xfrm>
              <a:off x="3294780" y="5707226"/>
              <a:ext cx="1058752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B</a:t>
              </a:r>
            </a:p>
            <a:p>
              <a:pPr algn="ctr"/>
              <a:r>
                <a:rPr lang="en-GB" sz="1200" dirty="0"/>
                <a:t>fresh</a:t>
              </a:r>
            </a:p>
            <a:p>
              <a:pPr algn="ctr"/>
              <a:r>
                <a:rPr lang="en-GB" sz="1200" dirty="0"/>
                <a:t>old substrate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E60B430B-55BE-3F9C-B08F-F6ECA6D2FCFE}"/>
                </a:ext>
              </a:extLst>
            </p:cNvPr>
            <p:cNvSpPr txBox="1"/>
            <p:nvPr/>
          </p:nvSpPr>
          <p:spPr>
            <a:xfrm>
              <a:off x="4248573" y="5707225"/>
              <a:ext cx="112434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B</a:t>
              </a:r>
            </a:p>
            <a:p>
              <a:pPr algn="ctr"/>
              <a:r>
                <a:rPr lang="en-GB" sz="1200" dirty="0"/>
                <a:t>stored on </a:t>
              </a:r>
              <a:r>
                <a:rPr lang="en-GB" sz="1200" dirty="0" err="1"/>
                <a:t>gly</a:t>
              </a:r>
              <a:endParaRPr lang="en-GB" sz="1200" dirty="0"/>
            </a:p>
            <a:p>
              <a:pPr algn="ctr"/>
              <a:r>
                <a:rPr lang="en-GB" sz="1200" dirty="0"/>
                <a:t>new substrate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9AFF958-65E2-C540-989C-D30F9BFEA1A2}"/>
                </a:ext>
              </a:extLst>
            </p:cNvPr>
            <p:cNvSpPr txBox="1"/>
            <p:nvPr/>
          </p:nvSpPr>
          <p:spPr>
            <a:xfrm>
              <a:off x="5267960" y="5707226"/>
              <a:ext cx="112434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B</a:t>
              </a:r>
            </a:p>
            <a:p>
              <a:pPr algn="ctr"/>
              <a:r>
                <a:rPr lang="en-GB" sz="1200" dirty="0"/>
                <a:t>stored no </a:t>
              </a:r>
              <a:r>
                <a:rPr lang="en-GB" sz="1200" dirty="0" err="1"/>
                <a:t>gly</a:t>
              </a:r>
              <a:endParaRPr lang="en-GB" sz="1200" dirty="0"/>
            </a:p>
            <a:p>
              <a:pPr algn="ctr"/>
              <a:r>
                <a:rPr lang="en-GB" sz="1200" dirty="0"/>
                <a:t>new substrate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99133AE4-3459-D7AF-05E7-89BD9B6C97BF}"/>
                </a:ext>
              </a:extLst>
            </p:cNvPr>
            <p:cNvSpPr txBox="1"/>
            <p:nvPr/>
          </p:nvSpPr>
          <p:spPr>
            <a:xfrm>
              <a:off x="6339384" y="5707224"/>
              <a:ext cx="112434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A</a:t>
              </a:r>
            </a:p>
            <a:p>
              <a:pPr algn="ctr"/>
              <a:r>
                <a:rPr lang="en-GB" sz="1200" dirty="0"/>
                <a:t>fresh</a:t>
              </a:r>
            </a:p>
            <a:p>
              <a:pPr algn="ctr"/>
              <a:r>
                <a:rPr lang="en-GB" sz="1200" dirty="0"/>
                <a:t>new substrate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EC653F39-0155-B5AD-3CA4-FC532BAE76A9}"/>
                </a:ext>
              </a:extLst>
            </p:cNvPr>
            <p:cNvSpPr txBox="1"/>
            <p:nvPr/>
          </p:nvSpPr>
          <p:spPr>
            <a:xfrm>
              <a:off x="7373387" y="5707224"/>
              <a:ext cx="112434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A</a:t>
              </a:r>
            </a:p>
            <a:p>
              <a:pPr algn="ctr"/>
              <a:r>
                <a:rPr lang="en-GB" sz="1200" dirty="0"/>
                <a:t>fresh</a:t>
              </a:r>
            </a:p>
            <a:p>
              <a:pPr algn="ctr"/>
              <a:r>
                <a:rPr lang="en-GB" sz="1200" dirty="0"/>
                <a:t>new substrate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FA2A4B5-811B-0AB4-7C53-F024620A7F03}"/>
                </a:ext>
              </a:extLst>
            </p:cNvPr>
            <p:cNvSpPr txBox="1"/>
            <p:nvPr/>
          </p:nvSpPr>
          <p:spPr>
            <a:xfrm>
              <a:off x="8392775" y="5713671"/>
              <a:ext cx="112434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B</a:t>
              </a:r>
            </a:p>
            <a:p>
              <a:pPr algn="ctr"/>
              <a:r>
                <a:rPr lang="en-GB" sz="1200" dirty="0"/>
                <a:t>fresh</a:t>
              </a:r>
            </a:p>
            <a:p>
              <a:pPr algn="ctr"/>
              <a:r>
                <a:rPr lang="en-GB" sz="1200" dirty="0"/>
                <a:t>new substrate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6A4E724E-5C0D-115D-E5E2-6B854080333A}"/>
                </a:ext>
              </a:extLst>
            </p:cNvPr>
            <p:cNvSpPr txBox="1"/>
            <p:nvPr/>
          </p:nvSpPr>
          <p:spPr>
            <a:xfrm>
              <a:off x="9426778" y="5720118"/>
              <a:ext cx="1124346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Batch B</a:t>
              </a:r>
            </a:p>
            <a:p>
              <a:pPr algn="ctr"/>
              <a:r>
                <a:rPr lang="en-GB" sz="1200" dirty="0"/>
                <a:t>fresh</a:t>
              </a:r>
            </a:p>
            <a:p>
              <a:pPr algn="ctr"/>
              <a:r>
                <a:rPr lang="en-GB" sz="1200" dirty="0"/>
                <a:t>new substrate</a:t>
              </a:r>
            </a:p>
            <a:p>
              <a:pPr algn="ctr"/>
              <a:r>
                <a:rPr lang="en-GB" sz="1200" dirty="0"/>
                <a:t>pH7</a:t>
              </a:r>
            </a:p>
          </p:txBody>
        </p:sp>
      </p:grp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C2853C4-55EC-47B6-9F27-8665379C3A0E}"/>
              </a:ext>
            </a:extLst>
          </p:cNvPr>
          <p:cNvCxnSpPr>
            <a:cxnSpLocks/>
          </p:cNvCxnSpPr>
          <p:nvPr/>
        </p:nvCxnSpPr>
        <p:spPr>
          <a:xfrm flipV="1">
            <a:off x="10478125" y="6289225"/>
            <a:ext cx="0" cy="152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82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Breitbild</PresentationFormat>
  <Paragraphs>27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Blue Schmitz</dc:creator>
  <cp:lastModifiedBy>Blue Schmitz</cp:lastModifiedBy>
  <cp:revision>1</cp:revision>
  <dcterms:created xsi:type="dcterms:W3CDTF">2026-01-26T20:45:19Z</dcterms:created>
  <dcterms:modified xsi:type="dcterms:W3CDTF">2026-01-26T20:55:32Z</dcterms:modified>
</cp:coreProperties>
</file>